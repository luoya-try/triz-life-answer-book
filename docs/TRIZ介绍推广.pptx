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182880"/>
            <a:ext cx="2286000" cy="73152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6583680" y="27432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TRIZ答案之书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智能结构化 · 创新解决方案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828800" y="45720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让创新变得简单 ✨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200400" y="5669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88888"/>
                </a:solidFill>
              </a:rPr>
              <a:t>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什么是TRIZ？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TRIZ是俄文发明问题解决理论的缩写</a:t>
            </a:r>
            <a:endParaRPr lang="en-US" sz="2000" dirty="0"/>
          </a:p>
          <a:p>
            <a:pPr indent="0" marL="0">
              <a:buNone/>
            </a:pP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它是一套系统化的创新方法论，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帮助我们从【灵光一现】走向【结构化创新】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303520" y="1371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76072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🎯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结构化问题分析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589520" y="137160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046720" y="14630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🔄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772400" y="1874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识别核心矛盾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0" y="28346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6072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💡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54864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借用成熟原理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89520" y="283464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046720" y="292608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772400" y="333756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生成创新方案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9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传统方法 vs TRIZ方法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" y="4846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凭感觉→结构化 | 碰运气→有章法 | 一次性思维→系统化复用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四大核心优势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188720"/>
            <a:ext cx="731520" cy="731520"/>
          </a:xfrm>
          <a:prstGeom prst="ellipse">
            <a:avLst/>
          </a:prstGeom>
          <a:solidFill>
            <a:srgbClr val="FF6B9D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九宫格结构化描述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AI引导式问卷，智能挖掘问题背景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0" y="137160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188720"/>
            <a:ext cx="731520" cy="731520"/>
          </a:xfrm>
          <a:prstGeom prst="ellipse">
            <a:avLst/>
          </a:prstGeom>
          <a:solidFill>
            <a:srgbClr val="FFD93D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669280" y="14630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矛盾自动提取与可视化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669280" y="192024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自动识别16组技术矛盾，交互式呈现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3832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200400"/>
            <a:ext cx="731520" cy="731520"/>
          </a:xfrm>
          <a:prstGeom prst="ellipse">
            <a:avLst/>
          </a:prstGeom>
          <a:solidFill>
            <a:srgbClr val="FF9AA2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3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5544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原理智能推荐与方案生成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基于40个TRIZ原理，智能匹配推荐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0" y="33832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3200400"/>
            <a:ext cx="731520" cy="731520"/>
          </a:xfrm>
          <a:prstGeom prst="ellipse">
            <a:avLst/>
          </a:prstGeom>
          <a:solidFill>
            <a:srgbClr val="98D8AA"/>
          </a:solidFill>
          <a:ln/>
        </p:spPr>
      </p:sp>
      <p:sp>
        <p:nvSpPr>
          <p:cNvPr id="21" name="Text 19"/>
          <p:cNvSpPr/>
          <p:nvPr/>
        </p:nvSpPr>
        <p:spPr>
          <a:xfrm>
            <a:off x="4754880" y="32461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669280" y="347472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知识库自学习优化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5669280" y="393192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用户反馈驱动，系统越用越智能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 首页概览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功能入口 + 品牌展示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【📸 截图位置】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请在此处粘贴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首页界面截图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🧠 Logo + 大脑图标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0" y="23774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📱 开始分析按钮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29200" y="31089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📋 四大功能卡片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38404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🎨 渐变配色风格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84632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9E6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多巴胺主题：暖黄背景 + 粉黄珊瑚渐变，让创新更快乐！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 问卷分析页面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九宫格结构化录入，AI智能解析填充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【📸 截图位置】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请在此处粘贴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问卷分析界面截图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📊 进度条 (1/9 → 9/9)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💾 保存 / 📥 导入按钮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✨ AI帮你填 (输入→自动填充)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🔢 快速跳转九宫格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⚡ 查看矛盾快捷入口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 AI智能填充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输入一段描述，AI自动填满九宫格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【📸 截图位置】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请在此处粘贴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AI智能填充界面截图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📝 最多2000字输入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🤖 AI智能解析填充9格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⏱️ 实时字数统计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✅ 50字即可触发AI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🎯 精准匹配九宫格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9E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九宫格=时间维度矩阵：过去/当前/未来 × 超系统/系统/子系统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 矛盾提取可视化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自动识别相邻格子间的16组技术矛盾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【📸 截图位置】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请在此处粘贴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矛盾提取界面截图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🔗 水平/垂直/对角线矛盾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🎨 颜色+形状编码核心程度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⭐ AI加载动画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📊 五星评分系统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📝 矛盾详情弹窗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846320"/>
            <a:ext cx="7772400" cy="731520"/>
          </a:xfrm>
          <a:prstGeom prst="roundRect">
            <a:avLst>
              <a:gd name="adj" fmla="val 12500"/>
            </a:avLst>
          </a:prstGeom>
          <a:solidFill>
            <a:srgbClr val="FFF9E6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50292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矛盾是创新的起点 — 识别矛盾=找到突破口！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  解决方案生成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2296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05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8888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选择矛盾 + 选择原理 → AI生成创新方案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4114800" cy="3200400"/>
          </a:xfrm>
          <a:prstGeom prst="roundRect">
            <a:avLst>
              <a:gd name="adj" fmla="val 2857"/>
            </a:avLst>
          </a:prstGeom>
          <a:solidFill>
            <a:srgbClr val="EEEEEE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【📸 截图位置】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请在此处粘贴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解决方案界面截图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463040"/>
            <a:ext cx="347472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CCCCCC">
                <a:alpha val="7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029200" y="164592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🎯 选择矛盾对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0" y="22402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🔮 智能推荐原理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0" y="283464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📋 浏览40个TRIZ原理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342900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✨ 自动生成方案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402336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💾 保存方案历史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你能获得什么？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7772400" cy="45720"/>
          </a:xfrm>
          <a:prstGeom prst="rect">
            <a:avLst/>
          </a:prstGeom>
          <a:solidFill>
            <a:srgbClr val="FFD9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37160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64592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结构化思维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从模糊问题到清晰框架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137160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645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760720" y="164592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760720" y="21031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AI辅助，数分钟定位核心矛盾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3832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31520" y="3657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16459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知识沉淀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4592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TRIZ 40年创新理论，现成可用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383280"/>
            <a:ext cx="38404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DDDDDD">
                <a:alpha val="7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0" y="36576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5760720" y="365760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持续进化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760720" y="411480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越用越懂你，系统越用越聪明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743200" y="4389120"/>
            <a:ext cx="1371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dirty="0">
                <a:solidFill>
                  <a:srgbClr val="000000"/>
                </a:solidFill>
              </a:rPr>
              <a:t>📈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457200" y="484632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创新成功率的系统性提升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FF6B9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开始你的创新之旅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2286000" y="1645920"/>
            <a:ext cx="4114800" cy="731520"/>
          </a:xfrm>
          <a:prstGeom prst="roundRect">
            <a:avLst>
              <a:gd name="adj" fmla="val 25000"/>
            </a:avLst>
          </a:prstGeom>
          <a:solidFill>
            <a:srgbClr val="FFD93D"/>
          </a:solidFill>
          <a:ln/>
        </p:spPr>
      </p:sp>
      <p:sp>
        <p:nvSpPr>
          <p:cNvPr id="5" name="Text 3"/>
          <p:cNvSpPr/>
          <p:nvPr/>
        </p:nvSpPr>
        <p:spPr>
          <a:xfrm>
            <a:off x="2286000" y="173736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D343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开始分析 → 立即体验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6B9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TRIZ答案之书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智能结构化 · 创新解决方案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371600" y="4114800"/>
            <a:ext cx="5943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9AA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✨ 让每个人都能创新 ✨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TRIZ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TRIZ答案之书 - 介绍推广</dc:title>
  <dc:subject>TRIZ推广PPT</dc:subject>
  <dc:creator>TRIZ Team</dc:creator>
  <cp:lastModifiedBy>TRIZ Team</cp:lastModifiedBy>
  <cp:revision>1</cp:revision>
  <dcterms:created xsi:type="dcterms:W3CDTF">2026-02-17T14:31:05Z</dcterms:created>
  <dcterms:modified xsi:type="dcterms:W3CDTF">2026-02-17T14:31:05Z</dcterms:modified>
</cp:coreProperties>
</file>